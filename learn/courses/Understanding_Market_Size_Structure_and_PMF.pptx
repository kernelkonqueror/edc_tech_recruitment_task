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15CD11-4AA0-4781-B250-6B812D00081B}" type="doc">
      <dgm:prSet loTypeId="urn:microsoft.com/office/officeart/2005/8/layout/venn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6817CD5-AB4E-4FB7-98C6-47C08CF5CC58}">
      <dgm:prSet phldrT="[Text]" custT="1"/>
      <dgm:spPr/>
      <dgm:t>
        <a:bodyPr/>
        <a:lstStyle/>
        <a:p>
          <a:r>
            <a:rPr lang="en-IN" sz="3600" dirty="0"/>
            <a:t>TAM</a:t>
          </a:r>
          <a:endParaRPr lang="en-IN" sz="2100" dirty="0"/>
        </a:p>
      </dgm:t>
    </dgm:pt>
    <dgm:pt modelId="{4F8747C0-124D-4B4F-AAF8-2C5AC0E534FA}" type="parTrans" cxnId="{84B58452-0C1F-412A-A168-7B9B3B9B2DDC}">
      <dgm:prSet/>
      <dgm:spPr/>
      <dgm:t>
        <a:bodyPr/>
        <a:lstStyle/>
        <a:p>
          <a:endParaRPr lang="en-IN"/>
        </a:p>
      </dgm:t>
    </dgm:pt>
    <dgm:pt modelId="{33A0FC51-D02D-466C-9C30-FB4771BE4090}" type="sibTrans" cxnId="{84B58452-0C1F-412A-A168-7B9B3B9B2DDC}">
      <dgm:prSet/>
      <dgm:spPr/>
      <dgm:t>
        <a:bodyPr/>
        <a:lstStyle/>
        <a:p>
          <a:endParaRPr lang="en-IN"/>
        </a:p>
      </dgm:t>
    </dgm:pt>
    <dgm:pt modelId="{6BD6736F-0961-4F86-9EB6-CAE59B7CF192}">
      <dgm:prSet phldrT="[Text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IN" sz="3600" dirty="0"/>
            <a:t>SAM</a:t>
          </a:r>
          <a:endParaRPr lang="en-IN" sz="2100" dirty="0"/>
        </a:p>
      </dgm:t>
    </dgm:pt>
    <dgm:pt modelId="{BD3569BC-850C-4E2E-A340-6BEACF4C70D6}" type="parTrans" cxnId="{A19C74EA-AF01-47C7-B7F0-966C901AEFC8}">
      <dgm:prSet/>
      <dgm:spPr/>
      <dgm:t>
        <a:bodyPr/>
        <a:lstStyle/>
        <a:p>
          <a:endParaRPr lang="en-IN"/>
        </a:p>
      </dgm:t>
    </dgm:pt>
    <dgm:pt modelId="{0FF23766-8E61-4281-8545-0561BD7A40D0}" type="sibTrans" cxnId="{A19C74EA-AF01-47C7-B7F0-966C901AEFC8}">
      <dgm:prSet/>
      <dgm:spPr/>
      <dgm:t>
        <a:bodyPr/>
        <a:lstStyle/>
        <a:p>
          <a:endParaRPr lang="en-IN"/>
        </a:p>
      </dgm:t>
    </dgm:pt>
    <dgm:pt modelId="{881BFCE2-3DA5-4127-A802-C7CDAA70FEE9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IN" sz="3600" dirty="0"/>
            <a:t>SOM</a:t>
          </a:r>
        </a:p>
      </dgm:t>
    </dgm:pt>
    <dgm:pt modelId="{759538F4-B9A3-4F61-8C9D-2CD831B88031}" type="parTrans" cxnId="{8CD324A0-5D70-4795-A69A-F5D8399142D7}">
      <dgm:prSet/>
      <dgm:spPr/>
      <dgm:t>
        <a:bodyPr/>
        <a:lstStyle/>
        <a:p>
          <a:endParaRPr lang="en-IN"/>
        </a:p>
      </dgm:t>
    </dgm:pt>
    <dgm:pt modelId="{D0A8AD86-C64C-438C-A06F-CA2CF9834C4A}" type="sibTrans" cxnId="{8CD324A0-5D70-4795-A69A-F5D8399142D7}">
      <dgm:prSet/>
      <dgm:spPr/>
      <dgm:t>
        <a:bodyPr/>
        <a:lstStyle/>
        <a:p>
          <a:endParaRPr lang="en-IN"/>
        </a:p>
      </dgm:t>
    </dgm:pt>
    <dgm:pt modelId="{FFE46E00-3506-49AD-95BE-82C1C2E4FCA7}" type="pres">
      <dgm:prSet presAssocID="{EE15CD11-4AA0-4781-B250-6B812D00081B}" presName="Name0" presStyleCnt="0">
        <dgm:presLayoutVars>
          <dgm:chMax val="7"/>
          <dgm:resizeHandles val="exact"/>
        </dgm:presLayoutVars>
      </dgm:prSet>
      <dgm:spPr/>
    </dgm:pt>
    <dgm:pt modelId="{8C2E93DF-EC58-4A59-B4B8-DA3E4555B8AD}" type="pres">
      <dgm:prSet presAssocID="{EE15CD11-4AA0-4781-B250-6B812D00081B}" presName="comp1" presStyleCnt="0"/>
      <dgm:spPr/>
    </dgm:pt>
    <dgm:pt modelId="{8BDE293D-5776-4FA7-BAA8-181BC27C2F52}" type="pres">
      <dgm:prSet presAssocID="{EE15CD11-4AA0-4781-B250-6B812D00081B}" presName="circle1" presStyleLbl="node1" presStyleIdx="0" presStyleCnt="3"/>
      <dgm:spPr/>
    </dgm:pt>
    <dgm:pt modelId="{01062BDE-313F-4A46-96E1-21CFC006150C}" type="pres">
      <dgm:prSet presAssocID="{EE15CD11-4AA0-4781-B250-6B812D00081B}" presName="c1text" presStyleLbl="node1" presStyleIdx="0" presStyleCnt="3">
        <dgm:presLayoutVars>
          <dgm:bulletEnabled val="1"/>
        </dgm:presLayoutVars>
      </dgm:prSet>
      <dgm:spPr/>
    </dgm:pt>
    <dgm:pt modelId="{172EBA6F-9DDF-419A-A10D-546118CC660B}" type="pres">
      <dgm:prSet presAssocID="{EE15CD11-4AA0-4781-B250-6B812D00081B}" presName="comp2" presStyleCnt="0"/>
      <dgm:spPr/>
    </dgm:pt>
    <dgm:pt modelId="{42770EB8-AB58-4E61-B161-842C495A5E75}" type="pres">
      <dgm:prSet presAssocID="{EE15CD11-4AA0-4781-B250-6B812D00081B}" presName="circle2" presStyleLbl="node1" presStyleIdx="1" presStyleCnt="3" custScaleX="94642" custScaleY="91755"/>
      <dgm:spPr/>
    </dgm:pt>
    <dgm:pt modelId="{0BF89283-D8DB-4A96-A543-ED7465B68803}" type="pres">
      <dgm:prSet presAssocID="{EE15CD11-4AA0-4781-B250-6B812D00081B}" presName="c2text" presStyleLbl="node1" presStyleIdx="1" presStyleCnt="3">
        <dgm:presLayoutVars>
          <dgm:bulletEnabled val="1"/>
        </dgm:presLayoutVars>
      </dgm:prSet>
      <dgm:spPr/>
    </dgm:pt>
    <dgm:pt modelId="{7145E2CF-96B2-4197-8143-943A7ABB354D}" type="pres">
      <dgm:prSet presAssocID="{EE15CD11-4AA0-4781-B250-6B812D00081B}" presName="comp3" presStyleCnt="0"/>
      <dgm:spPr/>
    </dgm:pt>
    <dgm:pt modelId="{ECA47D11-80CC-4D5A-8E48-897150695EE3}" type="pres">
      <dgm:prSet presAssocID="{EE15CD11-4AA0-4781-B250-6B812D00081B}" presName="circle3" presStyleLbl="node1" presStyleIdx="2" presStyleCnt="3" custScaleX="97133" custScaleY="88632"/>
      <dgm:spPr/>
    </dgm:pt>
    <dgm:pt modelId="{167C5420-2A70-438C-99A2-64450674DCBF}" type="pres">
      <dgm:prSet presAssocID="{EE15CD11-4AA0-4781-B250-6B812D00081B}" presName="c3text" presStyleLbl="node1" presStyleIdx="2" presStyleCnt="3">
        <dgm:presLayoutVars>
          <dgm:bulletEnabled val="1"/>
        </dgm:presLayoutVars>
      </dgm:prSet>
      <dgm:spPr/>
    </dgm:pt>
  </dgm:ptLst>
  <dgm:cxnLst>
    <dgm:cxn modelId="{23B79004-9ECD-40A2-9D51-C79991C30AC7}" type="presOf" srcId="{C6817CD5-AB4E-4FB7-98C6-47C08CF5CC58}" destId="{01062BDE-313F-4A46-96E1-21CFC006150C}" srcOrd="1" destOrd="0" presId="urn:microsoft.com/office/officeart/2005/8/layout/venn2"/>
    <dgm:cxn modelId="{BDA66721-0533-4D6E-8D80-04C122FB2F94}" type="presOf" srcId="{6BD6736F-0961-4F86-9EB6-CAE59B7CF192}" destId="{42770EB8-AB58-4E61-B161-842C495A5E75}" srcOrd="0" destOrd="0" presId="urn:microsoft.com/office/officeart/2005/8/layout/venn2"/>
    <dgm:cxn modelId="{86A27B5C-36A6-4B2D-8A0B-74458363FA4F}" type="presOf" srcId="{EE15CD11-4AA0-4781-B250-6B812D00081B}" destId="{FFE46E00-3506-49AD-95BE-82C1C2E4FCA7}" srcOrd="0" destOrd="0" presId="urn:microsoft.com/office/officeart/2005/8/layout/venn2"/>
    <dgm:cxn modelId="{2D14CB69-2995-4C71-ACF2-53F4C6382327}" type="presOf" srcId="{881BFCE2-3DA5-4127-A802-C7CDAA70FEE9}" destId="{167C5420-2A70-438C-99A2-64450674DCBF}" srcOrd="1" destOrd="0" presId="urn:microsoft.com/office/officeart/2005/8/layout/venn2"/>
    <dgm:cxn modelId="{35FC4E4C-AC79-4E4C-B9A0-06BAE5370E83}" type="presOf" srcId="{881BFCE2-3DA5-4127-A802-C7CDAA70FEE9}" destId="{ECA47D11-80CC-4D5A-8E48-897150695EE3}" srcOrd="0" destOrd="0" presId="urn:microsoft.com/office/officeart/2005/8/layout/venn2"/>
    <dgm:cxn modelId="{84B58452-0C1F-412A-A168-7B9B3B9B2DDC}" srcId="{EE15CD11-4AA0-4781-B250-6B812D00081B}" destId="{C6817CD5-AB4E-4FB7-98C6-47C08CF5CC58}" srcOrd="0" destOrd="0" parTransId="{4F8747C0-124D-4B4F-AAF8-2C5AC0E534FA}" sibTransId="{33A0FC51-D02D-466C-9C30-FB4771BE4090}"/>
    <dgm:cxn modelId="{B9579558-388C-4255-BF06-28311CE208C6}" type="presOf" srcId="{6BD6736F-0961-4F86-9EB6-CAE59B7CF192}" destId="{0BF89283-D8DB-4A96-A543-ED7465B68803}" srcOrd="1" destOrd="0" presId="urn:microsoft.com/office/officeart/2005/8/layout/venn2"/>
    <dgm:cxn modelId="{27448C80-88FC-4B85-8178-FC8CBFA74802}" type="presOf" srcId="{C6817CD5-AB4E-4FB7-98C6-47C08CF5CC58}" destId="{8BDE293D-5776-4FA7-BAA8-181BC27C2F52}" srcOrd="0" destOrd="0" presId="urn:microsoft.com/office/officeart/2005/8/layout/venn2"/>
    <dgm:cxn modelId="{8CD324A0-5D70-4795-A69A-F5D8399142D7}" srcId="{EE15CD11-4AA0-4781-B250-6B812D00081B}" destId="{881BFCE2-3DA5-4127-A802-C7CDAA70FEE9}" srcOrd="2" destOrd="0" parTransId="{759538F4-B9A3-4F61-8C9D-2CD831B88031}" sibTransId="{D0A8AD86-C64C-438C-A06F-CA2CF9834C4A}"/>
    <dgm:cxn modelId="{A19C74EA-AF01-47C7-B7F0-966C901AEFC8}" srcId="{EE15CD11-4AA0-4781-B250-6B812D00081B}" destId="{6BD6736F-0961-4F86-9EB6-CAE59B7CF192}" srcOrd="1" destOrd="0" parTransId="{BD3569BC-850C-4E2E-A340-6BEACF4C70D6}" sibTransId="{0FF23766-8E61-4281-8545-0561BD7A40D0}"/>
    <dgm:cxn modelId="{7DCC420D-3F42-4E60-9C26-22D65C0E0575}" type="presParOf" srcId="{FFE46E00-3506-49AD-95BE-82C1C2E4FCA7}" destId="{8C2E93DF-EC58-4A59-B4B8-DA3E4555B8AD}" srcOrd="0" destOrd="0" presId="urn:microsoft.com/office/officeart/2005/8/layout/venn2"/>
    <dgm:cxn modelId="{4C406D96-50E4-4C35-9A9D-AE70E731AF13}" type="presParOf" srcId="{8C2E93DF-EC58-4A59-B4B8-DA3E4555B8AD}" destId="{8BDE293D-5776-4FA7-BAA8-181BC27C2F52}" srcOrd="0" destOrd="0" presId="urn:microsoft.com/office/officeart/2005/8/layout/venn2"/>
    <dgm:cxn modelId="{16C8B11A-6D8B-4FC3-9597-C415FB35009D}" type="presParOf" srcId="{8C2E93DF-EC58-4A59-B4B8-DA3E4555B8AD}" destId="{01062BDE-313F-4A46-96E1-21CFC006150C}" srcOrd="1" destOrd="0" presId="urn:microsoft.com/office/officeart/2005/8/layout/venn2"/>
    <dgm:cxn modelId="{B5D35853-D5C0-482E-8056-A9EFC27AA129}" type="presParOf" srcId="{FFE46E00-3506-49AD-95BE-82C1C2E4FCA7}" destId="{172EBA6F-9DDF-419A-A10D-546118CC660B}" srcOrd="1" destOrd="0" presId="urn:microsoft.com/office/officeart/2005/8/layout/venn2"/>
    <dgm:cxn modelId="{ED29C3C4-8FC9-490E-969E-5285381ACFE5}" type="presParOf" srcId="{172EBA6F-9DDF-419A-A10D-546118CC660B}" destId="{42770EB8-AB58-4E61-B161-842C495A5E75}" srcOrd="0" destOrd="0" presId="urn:microsoft.com/office/officeart/2005/8/layout/venn2"/>
    <dgm:cxn modelId="{095074BF-234F-4496-B186-0350E05E5A5A}" type="presParOf" srcId="{172EBA6F-9DDF-419A-A10D-546118CC660B}" destId="{0BF89283-D8DB-4A96-A543-ED7465B68803}" srcOrd="1" destOrd="0" presId="urn:microsoft.com/office/officeart/2005/8/layout/venn2"/>
    <dgm:cxn modelId="{00112AFC-1A2E-452D-BB28-CE8871AB70A2}" type="presParOf" srcId="{FFE46E00-3506-49AD-95BE-82C1C2E4FCA7}" destId="{7145E2CF-96B2-4197-8143-943A7ABB354D}" srcOrd="2" destOrd="0" presId="urn:microsoft.com/office/officeart/2005/8/layout/venn2"/>
    <dgm:cxn modelId="{09A4423F-3A56-4A77-8751-3CB3852A857E}" type="presParOf" srcId="{7145E2CF-96B2-4197-8143-943A7ABB354D}" destId="{ECA47D11-80CC-4D5A-8E48-897150695EE3}" srcOrd="0" destOrd="0" presId="urn:microsoft.com/office/officeart/2005/8/layout/venn2"/>
    <dgm:cxn modelId="{6B71095D-FFEB-473E-B600-67ED4DEF8FC5}" type="presParOf" srcId="{7145E2CF-96B2-4197-8143-943A7ABB354D}" destId="{167C5420-2A70-438C-99A2-64450674DCBF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8310357-9C62-40CB-8587-38B321700837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04E60EE2-7014-4E0B-98F3-64BFA16CBF9A}">
      <dgm:prSet phldrT="[Text]"/>
      <dgm:spPr/>
      <dgm:t>
        <a:bodyPr/>
        <a:lstStyle/>
        <a:p>
          <a:r>
            <a:rPr lang="en-IN" dirty="0"/>
            <a:t>Find</a:t>
          </a:r>
        </a:p>
      </dgm:t>
    </dgm:pt>
    <dgm:pt modelId="{B2F2FC34-4A91-4F71-AED3-0B71FAF49085}" type="parTrans" cxnId="{BAEE5776-ECBE-488A-83BD-0A4352BAC94A}">
      <dgm:prSet/>
      <dgm:spPr/>
      <dgm:t>
        <a:bodyPr/>
        <a:lstStyle/>
        <a:p>
          <a:endParaRPr lang="en-IN"/>
        </a:p>
      </dgm:t>
    </dgm:pt>
    <dgm:pt modelId="{73C23CAF-DFE9-4866-9610-F8C1E9576B72}" type="sibTrans" cxnId="{BAEE5776-ECBE-488A-83BD-0A4352BAC94A}">
      <dgm:prSet/>
      <dgm:spPr/>
      <dgm:t>
        <a:bodyPr/>
        <a:lstStyle/>
        <a:p>
          <a:endParaRPr lang="en-IN"/>
        </a:p>
      </dgm:t>
    </dgm:pt>
    <dgm:pt modelId="{4F283A71-3F9A-4D45-9AA3-2797CCF39B18}">
      <dgm:prSet phldrT="[Text]"/>
      <dgm:spPr/>
      <dgm:t>
        <a:bodyPr/>
        <a:lstStyle/>
        <a:p>
          <a:r>
            <a:rPr lang="en-IN" dirty="0"/>
            <a:t>Sell</a:t>
          </a:r>
        </a:p>
      </dgm:t>
    </dgm:pt>
    <dgm:pt modelId="{E8E3BF79-4AEF-4746-ABBB-346741F0A554}" type="parTrans" cxnId="{FF49FE24-6353-4DA5-97F2-A243B722BAC1}">
      <dgm:prSet/>
      <dgm:spPr/>
      <dgm:t>
        <a:bodyPr/>
        <a:lstStyle/>
        <a:p>
          <a:endParaRPr lang="en-IN"/>
        </a:p>
      </dgm:t>
    </dgm:pt>
    <dgm:pt modelId="{A1593227-B325-4A2B-B570-D7D74A87F51A}" type="sibTrans" cxnId="{FF49FE24-6353-4DA5-97F2-A243B722BAC1}">
      <dgm:prSet/>
      <dgm:spPr/>
      <dgm:t>
        <a:bodyPr/>
        <a:lstStyle/>
        <a:p>
          <a:endParaRPr lang="en-IN"/>
        </a:p>
      </dgm:t>
    </dgm:pt>
    <dgm:pt modelId="{04D35951-5EAE-48FB-B2B8-F0FD917D9376}">
      <dgm:prSet phldrT="[Text]"/>
      <dgm:spPr/>
      <dgm:t>
        <a:bodyPr/>
        <a:lstStyle/>
        <a:p>
          <a:r>
            <a:rPr lang="en-IN" dirty="0"/>
            <a:t>Serve</a:t>
          </a:r>
        </a:p>
      </dgm:t>
    </dgm:pt>
    <dgm:pt modelId="{6797E318-C8BB-4F19-BF09-4FA3DEF6B397}" type="parTrans" cxnId="{1B8C794E-7F37-4F17-9B7E-3807827CEEF1}">
      <dgm:prSet/>
      <dgm:spPr/>
      <dgm:t>
        <a:bodyPr/>
        <a:lstStyle/>
        <a:p>
          <a:endParaRPr lang="en-IN"/>
        </a:p>
      </dgm:t>
    </dgm:pt>
    <dgm:pt modelId="{953ABD6E-19DC-4151-A823-BF83CAE0745C}" type="sibTrans" cxnId="{1B8C794E-7F37-4F17-9B7E-3807827CEEF1}">
      <dgm:prSet/>
      <dgm:spPr/>
      <dgm:t>
        <a:bodyPr/>
        <a:lstStyle/>
        <a:p>
          <a:endParaRPr lang="en-IN"/>
        </a:p>
      </dgm:t>
    </dgm:pt>
    <dgm:pt modelId="{84620C81-6660-4A6A-AE8E-C6EEE156557C}">
      <dgm:prSet phldrT="[Text]"/>
      <dgm:spPr/>
      <dgm:t>
        <a:bodyPr/>
        <a:lstStyle/>
        <a:p>
          <a:r>
            <a:rPr lang="en-IN" dirty="0"/>
            <a:t>Retain</a:t>
          </a:r>
        </a:p>
      </dgm:t>
    </dgm:pt>
    <dgm:pt modelId="{319EBCBB-C4B4-4581-ACF5-25815EA655BF}" type="parTrans" cxnId="{683749A1-0290-40BE-995B-0F7AE8ACDF95}">
      <dgm:prSet/>
      <dgm:spPr/>
      <dgm:t>
        <a:bodyPr/>
        <a:lstStyle/>
        <a:p>
          <a:endParaRPr lang="en-IN"/>
        </a:p>
      </dgm:t>
    </dgm:pt>
    <dgm:pt modelId="{89A6E432-976C-417E-84CB-4FC6F6599D26}" type="sibTrans" cxnId="{683749A1-0290-40BE-995B-0F7AE8ACDF95}">
      <dgm:prSet/>
      <dgm:spPr/>
      <dgm:t>
        <a:bodyPr/>
        <a:lstStyle/>
        <a:p>
          <a:endParaRPr lang="en-IN"/>
        </a:p>
      </dgm:t>
    </dgm:pt>
    <dgm:pt modelId="{6D39D439-BBCA-42F0-B6A7-1C18147F51EC}" type="pres">
      <dgm:prSet presAssocID="{88310357-9C62-40CB-8587-38B321700837}" presName="Name0" presStyleCnt="0">
        <dgm:presLayoutVars>
          <dgm:dir/>
          <dgm:resizeHandles val="exact"/>
        </dgm:presLayoutVars>
      </dgm:prSet>
      <dgm:spPr/>
    </dgm:pt>
    <dgm:pt modelId="{560F276D-499F-4602-8ACD-72B418776B73}" type="pres">
      <dgm:prSet presAssocID="{04E60EE2-7014-4E0B-98F3-64BFA16CBF9A}" presName="node" presStyleLbl="node1" presStyleIdx="0" presStyleCnt="4">
        <dgm:presLayoutVars>
          <dgm:bulletEnabled val="1"/>
        </dgm:presLayoutVars>
      </dgm:prSet>
      <dgm:spPr/>
    </dgm:pt>
    <dgm:pt modelId="{C5526176-3223-4CB0-B9F7-B6060A04E3B4}" type="pres">
      <dgm:prSet presAssocID="{73C23CAF-DFE9-4866-9610-F8C1E9576B72}" presName="sibTrans" presStyleLbl="sibTrans2D1" presStyleIdx="0" presStyleCnt="3"/>
      <dgm:spPr/>
    </dgm:pt>
    <dgm:pt modelId="{51925B7C-CE2D-490E-9573-57A87F2D4DC0}" type="pres">
      <dgm:prSet presAssocID="{73C23CAF-DFE9-4866-9610-F8C1E9576B72}" presName="connectorText" presStyleLbl="sibTrans2D1" presStyleIdx="0" presStyleCnt="3"/>
      <dgm:spPr/>
    </dgm:pt>
    <dgm:pt modelId="{F94F664F-1E34-49FB-BC62-C5044B013706}" type="pres">
      <dgm:prSet presAssocID="{4F283A71-3F9A-4D45-9AA3-2797CCF39B18}" presName="node" presStyleLbl="node1" presStyleIdx="1" presStyleCnt="4">
        <dgm:presLayoutVars>
          <dgm:bulletEnabled val="1"/>
        </dgm:presLayoutVars>
      </dgm:prSet>
      <dgm:spPr/>
    </dgm:pt>
    <dgm:pt modelId="{B88ACC26-A419-4F33-9054-9C2B321BB2CD}" type="pres">
      <dgm:prSet presAssocID="{A1593227-B325-4A2B-B570-D7D74A87F51A}" presName="sibTrans" presStyleLbl="sibTrans2D1" presStyleIdx="1" presStyleCnt="3"/>
      <dgm:spPr/>
    </dgm:pt>
    <dgm:pt modelId="{88B30488-33D2-4F4C-A4EA-35886C2A3008}" type="pres">
      <dgm:prSet presAssocID="{A1593227-B325-4A2B-B570-D7D74A87F51A}" presName="connectorText" presStyleLbl="sibTrans2D1" presStyleIdx="1" presStyleCnt="3"/>
      <dgm:spPr/>
    </dgm:pt>
    <dgm:pt modelId="{D5ACC9AD-E3C1-4662-93CA-E6AF42BF3AB5}" type="pres">
      <dgm:prSet presAssocID="{04D35951-5EAE-48FB-B2B8-F0FD917D9376}" presName="node" presStyleLbl="node1" presStyleIdx="2" presStyleCnt="4">
        <dgm:presLayoutVars>
          <dgm:bulletEnabled val="1"/>
        </dgm:presLayoutVars>
      </dgm:prSet>
      <dgm:spPr/>
    </dgm:pt>
    <dgm:pt modelId="{6D85176C-4C78-4533-8B79-25E20FC4A2A4}" type="pres">
      <dgm:prSet presAssocID="{953ABD6E-19DC-4151-A823-BF83CAE0745C}" presName="sibTrans" presStyleLbl="sibTrans2D1" presStyleIdx="2" presStyleCnt="3"/>
      <dgm:spPr/>
    </dgm:pt>
    <dgm:pt modelId="{4D7104EE-F9B1-4AD4-91BA-63F4E4C91D92}" type="pres">
      <dgm:prSet presAssocID="{953ABD6E-19DC-4151-A823-BF83CAE0745C}" presName="connectorText" presStyleLbl="sibTrans2D1" presStyleIdx="2" presStyleCnt="3"/>
      <dgm:spPr/>
    </dgm:pt>
    <dgm:pt modelId="{94E9864A-C4E3-4D6B-BCF6-B3560A84536C}" type="pres">
      <dgm:prSet presAssocID="{84620C81-6660-4A6A-AE8E-C6EEE156557C}" presName="node" presStyleLbl="node1" presStyleIdx="3" presStyleCnt="4">
        <dgm:presLayoutVars>
          <dgm:bulletEnabled val="1"/>
        </dgm:presLayoutVars>
      </dgm:prSet>
      <dgm:spPr/>
    </dgm:pt>
  </dgm:ptLst>
  <dgm:cxnLst>
    <dgm:cxn modelId="{B9E06903-3DC0-4552-B710-8EB80D478F92}" type="presOf" srcId="{88310357-9C62-40CB-8587-38B321700837}" destId="{6D39D439-BBCA-42F0-B6A7-1C18147F51EC}" srcOrd="0" destOrd="0" presId="urn:microsoft.com/office/officeart/2005/8/layout/process1"/>
    <dgm:cxn modelId="{FF49FE24-6353-4DA5-97F2-A243B722BAC1}" srcId="{88310357-9C62-40CB-8587-38B321700837}" destId="{4F283A71-3F9A-4D45-9AA3-2797CCF39B18}" srcOrd="1" destOrd="0" parTransId="{E8E3BF79-4AEF-4746-ABBB-346741F0A554}" sibTransId="{A1593227-B325-4A2B-B570-D7D74A87F51A}"/>
    <dgm:cxn modelId="{2A863143-0368-4483-9986-7EB9AA98B753}" type="presOf" srcId="{953ABD6E-19DC-4151-A823-BF83CAE0745C}" destId="{4D7104EE-F9B1-4AD4-91BA-63F4E4C91D92}" srcOrd="1" destOrd="0" presId="urn:microsoft.com/office/officeart/2005/8/layout/process1"/>
    <dgm:cxn modelId="{99494D49-EE82-4F1B-BC54-2ED76144C4DA}" type="presOf" srcId="{953ABD6E-19DC-4151-A823-BF83CAE0745C}" destId="{6D85176C-4C78-4533-8B79-25E20FC4A2A4}" srcOrd="0" destOrd="0" presId="urn:microsoft.com/office/officeart/2005/8/layout/process1"/>
    <dgm:cxn modelId="{1B8C794E-7F37-4F17-9B7E-3807827CEEF1}" srcId="{88310357-9C62-40CB-8587-38B321700837}" destId="{04D35951-5EAE-48FB-B2B8-F0FD917D9376}" srcOrd="2" destOrd="0" parTransId="{6797E318-C8BB-4F19-BF09-4FA3DEF6B397}" sibTransId="{953ABD6E-19DC-4151-A823-BF83CAE0745C}"/>
    <dgm:cxn modelId="{7381FD51-A441-49AF-877F-7BC000A73834}" type="presOf" srcId="{A1593227-B325-4A2B-B570-D7D74A87F51A}" destId="{88B30488-33D2-4F4C-A4EA-35886C2A3008}" srcOrd="1" destOrd="0" presId="urn:microsoft.com/office/officeart/2005/8/layout/process1"/>
    <dgm:cxn modelId="{D601DA74-FDEC-468B-A6DE-F0500107B813}" type="presOf" srcId="{73C23CAF-DFE9-4866-9610-F8C1E9576B72}" destId="{51925B7C-CE2D-490E-9573-57A87F2D4DC0}" srcOrd="1" destOrd="0" presId="urn:microsoft.com/office/officeart/2005/8/layout/process1"/>
    <dgm:cxn modelId="{CF592D55-5780-4E9F-9A33-C0A66BF86863}" type="presOf" srcId="{84620C81-6660-4A6A-AE8E-C6EEE156557C}" destId="{94E9864A-C4E3-4D6B-BCF6-B3560A84536C}" srcOrd="0" destOrd="0" presId="urn:microsoft.com/office/officeart/2005/8/layout/process1"/>
    <dgm:cxn modelId="{BAEE5776-ECBE-488A-83BD-0A4352BAC94A}" srcId="{88310357-9C62-40CB-8587-38B321700837}" destId="{04E60EE2-7014-4E0B-98F3-64BFA16CBF9A}" srcOrd="0" destOrd="0" parTransId="{B2F2FC34-4A91-4F71-AED3-0B71FAF49085}" sibTransId="{73C23CAF-DFE9-4866-9610-F8C1E9576B72}"/>
    <dgm:cxn modelId="{5F8EF48E-8581-43F4-8DC8-41E8B0204A35}" type="presOf" srcId="{04E60EE2-7014-4E0B-98F3-64BFA16CBF9A}" destId="{560F276D-499F-4602-8ACD-72B418776B73}" srcOrd="0" destOrd="0" presId="urn:microsoft.com/office/officeart/2005/8/layout/process1"/>
    <dgm:cxn modelId="{7B2BC491-23AF-4C8B-8EE2-9AED86319BE8}" type="presOf" srcId="{A1593227-B325-4A2B-B570-D7D74A87F51A}" destId="{B88ACC26-A419-4F33-9054-9C2B321BB2CD}" srcOrd="0" destOrd="0" presId="urn:microsoft.com/office/officeart/2005/8/layout/process1"/>
    <dgm:cxn modelId="{683749A1-0290-40BE-995B-0F7AE8ACDF95}" srcId="{88310357-9C62-40CB-8587-38B321700837}" destId="{84620C81-6660-4A6A-AE8E-C6EEE156557C}" srcOrd="3" destOrd="0" parTransId="{319EBCBB-C4B4-4581-ACF5-25815EA655BF}" sibTransId="{89A6E432-976C-417E-84CB-4FC6F6599D26}"/>
    <dgm:cxn modelId="{CD948CB1-D152-4A0A-8D86-0311C0FF2D44}" type="presOf" srcId="{73C23CAF-DFE9-4866-9610-F8C1E9576B72}" destId="{C5526176-3223-4CB0-B9F7-B6060A04E3B4}" srcOrd="0" destOrd="0" presId="urn:microsoft.com/office/officeart/2005/8/layout/process1"/>
    <dgm:cxn modelId="{B74674C2-6430-43A1-95C5-85CEC900163C}" type="presOf" srcId="{4F283A71-3F9A-4D45-9AA3-2797CCF39B18}" destId="{F94F664F-1E34-49FB-BC62-C5044B013706}" srcOrd="0" destOrd="0" presId="urn:microsoft.com/office/officeart/2005/8/layout/process1"/>
    <dgm:cxn modelId="{A77F4ED3-885B-47E3-8034-E7B1C4AEC2C9}" type="presOf" srcId="{04D35951-5EAE-48FB-B2B8-F0FD917D9376}" destId="{D5ACC9AD-E3C1-4662-93CA-E6AF42BF3AB5}" srcOrd="0" destOrd="0" presId="urn:microsoft.com/office/officeart/2005/8/layout/process1"/>
    <dgm:cxn modelId="{83BAAF65-10DF-41EF-AE53-8A5C1F08C838}" type="presParOf" srcId="{6D39D439-BBCA-42F0-B6A7-1C18147F51EC}" destId="{560F276D-499F-4602-8ACD-72B418776B73}" srcOrd="0" destOrd="0" presId="urn:microsoft.com/office/officeart/2005/8/layout/process1"/>
    <dgm:cxn modelId="{BF33516F-C5BD-4EAB-A638-E1A5F2532233}" type="presParOf" srcId="{6D39D439-BBCA-42F0-B6A7-1C18147F51EC}" destId="{C5526176-3223-4CB0-B9F7-B6060A04E3B4}" srcOrd="1" destOrd="0" presId="urn:microsoft.com/office/officeart/2005/8/layout/process1"/>
    <dgm:cxn modelId="{1A69E1AB-84C7-48AD-AC06-8C90AC5FF17A}" type="presParOf" srcId="{C5526176-3223-4CB0-B9F7-B6060A04E3B4}" destId="{51925B7C-CE2D-490E-9573-57A87F2D4DC0}" srcOrd="0" destOrd="0" presId="urn:microsoft.com/office/officeart/2005/8/layout/process1"/>
    <dgm:cxn modelId="{A416215C-CA16-47EC-B49E-0E17D3F73AE7}" type="presParOf" srcId="{6D39D439-BBCA-42F0-B6A7-1C18147F51EC}" destId="{F94F664F-1E34-49FB-BC62-C5044B013706}" srcOrd="2" destOrd="0" presId="urn:microsoft.com/office/officeart/2005/8/layout/process1"/>
    <dgm:cxn modelId="{7CCA4442-8E4F-4BFB-AC39-A6EE90CB7022}" type="presParOf" srcId="{6D39D439-BBCA-42F0-B6A7-1C18147F51EC}" destId="{B88ACC26-A419-4F33-9054-9C2B321BB2CD}" srcOrd="3" destOrd="0" presId="urn:microsoft.com/office/officeart/2005/8/layout/process1"/>
    <dgm:cxn modelId="{C2B52F18-ED39-4F6F-8B2C-DBF3E53E03D8}" type="presParOf" srcId="{B88ACC26-A419-4F33-9054-9C2B321BB2CD}" destId="{88B30488-33D2-4F4C-A4EA-35886C2A3008}" srcOrd="0" destOrd="0" presId="urn:microsoft.com/office/officeart/2005/8/layout/process1"/>
    <dgm:cxn modelId="{BB424F56-3672-4652-A730-88823FBE9D80}" type="presParOf" srcId="{6D39D439-BBCA-42F0-B6A7-1C18147F51EC}" destId="{D5ACC9AD-E3C1-4662-93CA-E6AF42BF3AB5}" srcOrd="4" destOrd="0" presId="urn:microsoft.com/office/officeart/2005/8/layout/process1"/>
    <dgm:cxn modelId="{844AC048-847A-4F63-A234-DD94ECC75102}" type="presParOf" srcId="{6D39D439-BBCA-42F0-B6A7-1C18147F51EC}" destId="{6D85176C-4C78-4533-8B79-25E20FC4A2A4}" srcOrd="5" destOrd="0" presId="urn:microsoft.com/office/officeart/2005/8/layout/process1"/>
    <dgm:cxn modelId="{1E8EA48B-865B-42DE-811D-B1BD1D9510B2}" type="presParOf" srcId="{6D85176C-4C78-4533-8B79-25E20FC4A2A4}" destId="{4D7104EE-F9B1-4AD4-91BA-63F4E4C91D92}" srcOrd="0" destOrd="0" presId="urn:microsoft.com/office/officeart/2005/8/layout/process1"/>
    <dgm:cxn modelId="{D0D99458-5DE1-4A17-9798-669BDF2627B1}" type="presParOf" srcId="{6D39D439-BBCA-42F0-B6A7-1C18147F51EC}" destId="{94E9864A-C4E3-4D6B-BCF6-B3560A84536C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DE293D-5776-4FA7-BAA8-181BC27C2F52}">
      <dsp:nvSpPr>
        <dsp:cNvPr id="0" name=""/>
        <dsp:cNvSpPr/>
      </dsp:nvSpPr>
      <dsp:spPr>
        <a:xfrm>
          <a:off x="3082131" y="0"/>
          <a:ext cx="4351338" cy="43513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TAM</a:t>
          </a:r>
          <a:endParaRPr lang="en-IN" sz="2100" kern="1200" dirty="0"/>
        </a:p>
      </dsp:txBody>
      <dsp:txXfrm>
        <a:off x="4497403" y="217566"/>
        <a:ext cx="1520792" cy="652700"/>
      </dsp:txXfrm>
    </dsp:sp>
    <dsp:sp modelId="{42770EB8-AB58-4E61-B161-842C495A5E75}">
      <dsp:nvSpPr>
        <dsp:cNvPr id="0" name=""/>
        <dsp:cNvSpPr/>
      </dsp:nvSpPr>
      <dsp:spPr>
        <a:xfrm>
          <a:off x="3713477" y="1222372"/>
          <a:ext cx="3088644" cy="2994427"/>
        </a:xfrm>
        <a:prstGeom prst="ellipse">
          <a:avLst/>
        </a:prstGeom>
        <a:solidFill>
          <a:schemeClr val="accent1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SAM</a:t>
          </a:r>
          <a:endParaRPr lang="en-IN" sz="2100" kern="1200" dirty="0"/>
        </a:p>
      </dsp:txBody>
      <dsp:txXfrm>
        <a:off x="4538145" y="1409524"/>
        <a:ext cx="1439308" cy="561455"/>
      </dsp:txXfrm>
    </dsp:sp>
    <dsp:sp modelId="{ECA47D11-80CC-4D5A-8E48-897150695EE3}">
      <dsp:nvSpPr>
        <dsp:cNvPr id="0" name=""/>
        <dsp:cNvSpPr/>
      </dsp:nvSpPr>
      <dsp:spPr>
        <a:xfrm>
          <a:off x="4201153" y="2299334"/>
          <a:ext cx="2113292" cy="1928338"/>
        </a:xfrm>
        <a:prstGeom prst="ellipse">
          <a:avLst/>
        </a:prstGeom>
        <a:solidFill>
          <a:schemeClr val="accent1">
            <a:lumMod val="40000"/>
            <a:lumOff val="6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SOM</a:t>
          </a:r>
        </a:p>
      </dsp:txBody>
      <dsp:txXfrm>
        <a:off x="4510638" y="2781418"/>
        <a:ext cx="1494323" cy="9641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0F276D-499F-4602-8ACD-72B418776B73}">
      <dsp:nvSpPr>
        <dsp:cNvPr id="0" name=""/>
        <dsp:cNvSpPr/>
      </dsp:nvSpPr>
      <dsp:spPr>
        <a:xfrm>
          <a:off x="4621" y="802611"/>
          <a:ext cx="2020453" cy="121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500" kern="1200" dirty="0"/>
            <a:t>Find</a:t>
          </a:r>
        </a:p>
      </dsp:txBody>
      <dsp:txXfrm>
        <a:off x="40127" y="838117"/>
        <a:ext cx="1949441" cy="1141260"/>
      </dsp:txXfrm>
    </dsp:sp>
    <dsp:sp modelId="{C5526176-3223-4CB0-B9F7-B6060A04E3B4}">
      <dsp:nvSpPr>
        <dsp:cNvPr id="0" name=""/>
        <dsp:cNvSpPr/>
      </dsp:nvSpPr>
      <dsp:spPr>
        <a:xfrm>
          <a:off x="2227119" y="1158211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/>
        </a:p>
      </dsp:txBody>
      <dsp:txXfrm>
        <a:off x="2227119" y="1258425"/>
        <a:ext cx="299835" cy="300644"/>
      </dsp:txXfrm>
    </dsp:sp>
    <dsp:sp modelId="{F94F664F-1E34-49FB-BC62-C5044B013706}">
      <dsp:nvSpPr>
        <dsp:cNvPr id="0" name=""/>
        <dsp:cNvSpPr/>
      </dsp:nvSpPr>
      <dsp:spPr>
        <a:xfrm>
          <a:off x="2833255" y="802611"/>
          <a:ext cx="2020453" cy="121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500" kern="1200" dirty="0"/>
            <a:t>Sell</a:t>
          </a:r>
        </a:p>
      </dsp:txBody>
      <dsp:txXfrm>
        <a:off x="2868761" y="838117"/>
        <a:ext cx="1949441" cy="1141260"/>
      </dsp:txXfrm>
    </dsp:sp>
    <dsp:sp modelId="{B88ACC26-A419-4F33-9054-9C2B321BB2CD}">
      <dsp:nvSpPr>
        <dsp:cNvPr id="0" name=""/>
        <dsp:cNvSpPr/>
      </dsp:nvSpPr>
      <dsp:spPr>
        <a:xfrm>
          <a:off x="5055754" y="1158211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/>
        </a:p>
      </dsp:txBody>
      <dsp:txXfrm>
        <a:off x="5055754" y="1258425"/>
        <a:ext cx="299835" cy="300644"/>
      </dsp:txXfrm>
    </dsp:sp>
    <dsp:sp modelId="{D5ACC9AD-E3C1-4662-93CA-E6AF42BF3AB5}">
      <dsp:nvSpPr>
        <dsp:cNvPr id="0" name=""/>
        <dsp:cNvSpPr/>
      </dsp:nvSpPr>
      <dsp:spPr>
        <a:xfrm>
          <a:off x="5661890" y="802611"/>
          <a:ext cx="2020453" cy="121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500" kern="1200" dirty="0"/>
            <a:t>Serve</a:t>
          </a:r>
        </a:p>
      </dsp:txBody>
      <dsp:txXfrm>
        <a:off x="5697396" y="838117"/>
        <a:ext cx="1949441" cy="1141260"/>
      </dsp:txXfrm>
    </dsp:sp>
    <dsp:sp modelId="{6D85176C-4C78-4533-8B79-25E20FC4A2A4}">
      <dsp:nvSpPr>
        <dsp:cNvPr id="0" name=""/>
        <dsp:cNvSpPr/>
      </dsp:nvSpPr>
      <dsp:spPr>
        <a:xfrm>
          <a:off x="7884389" y="1158211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/>
        </a:p>
      </dsp:txBody>
      <dsp:txXfrm>
        <a:off x="7884389" y="1258425"/>
        <a:ext cx="299835" cy="300644"/>
      </dsp:txXfrm>
    </dsp:sp>
    <dsp:sp modelId="{94E9864A-C4E3-4D6B-BCF6-B3560A84536C}">
      <dsp:nvSpPr>
        <dsp:cNvPr id="0" name=""/>
        <dsp:cNvSpPr/>
      </dsp:nvSpPr>
      <dsp:spPr>
        <a:xfrm>
          <a:off x="8490525" y="802611"/>
          <a:ext cx="2020453" cy="121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500" kern="1200" dirty="0"/>
            <a:t>Retain</a:t>
          </a:r>
        </a:p>
      </dsp:txBody>
      <dsp:txXfrm>
        <a:off x="8526031" y="838117"/>
        <a:ext cx="1949441" cy="11412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6145-138A-AF79-1096-EDAB8875B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F92795-1697-8CCC-A5B3-178AD93639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8E171-EE77-704D-7B77-C1D5F2F32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DE8-84BA-4C68-B061-C941A06A0D05}" type="datetimeFigureOut">
              <a:rPr lang="en-IN" smtClean="0"/>
              <a:t>08-03-2024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419DA-12D3-E725-A568-0F24BB735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C148C-3AAC-CE47-820A-BCEF7EA1D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6B99E-C278-4F3C-8295-C49522343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580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49323-63FA-4B85-862D-2F864816C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70AB2-D0E9-E407-17F1-579BD6D13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651D8-E8DB-1C58-C8F5-954854634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DE8-84BA-4C68-B061-C941A06A0D05}" type="datetimeFigureOut">
              <a:rPr lang="en-IN" smtClean="0"/>
              <a:t>08-03-2024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20E21-1185-DF5B-6F0A-B04567724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49E4F-E306-4631-9D04-99511688F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6B99E-C278-4F3C-8295-C49522343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496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A27DB-E4BF-8E8D-2282-16ABAFE10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BA7C0-8A95-03D9-E3BA-68F2E80B4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4B661-B088-940E-81FC-A9BA0647F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DE8-84BA-4C68-B061-C941A06A0D05}" type="datetimeFigureOut">
              <a:rPr lang="en-IN" smtClean="0"/>
              <a:t>08-03-2024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E4F15-25E7-8056-7D9A-0E520B471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2CEE9-2143-AC48-A8EA-D9B588C32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6B99E-C278-4F3C-8295-C49522343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032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5098F-4E14-98E6-C338-A8B99CA1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DC8F7-152C-F4F3-BE49-C9848CB2FF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3D334-AFFF-9172-3DB9-712DCB86D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83BD4-0BF8-FEDF-62D9-ADA7FE4C1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DE8-84BA-4C68-B061-C941A06A0D05}" type="datetimeFigureOut">
              <a:rPr lang="en-IN" smtClean="0"/>
              <a:t>08-03-2024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5DC96-DAFD-41D9-46D3-7EE03ADF5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04119-0DDB-83F7-4E4A-A07C8133B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6B99E-C278-4F3C-8295-C49522343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573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279CA-93CF-D5E8-D854-9FA277C3B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090B6B-10D2-1091-237C-784E31FC4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6E0E66-82D4-0BB6-50FD-334F86B68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B35464-765B-D6C3-9575-7C52ECEC3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9933CE-5F63-C1B2-5FCE-185B9309D7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C9C13B-7DF0-7E16-B202-BC2B1025A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DE8-84BA-4C68-B061-C941A06A0D05}" type="datetimeFigureOut">
              <a:rPr lang="en-IN" smtClean="0"/>
              <a:t>08-03-2024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AC06F1-93E2-BB89-22B4-D2513FA7E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01E886-9A79-293C-FFF5-5E5FEF3D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6B99E-C278-4F3C-8295-C49522343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199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FEBD7-016F-1B68-4D59-B87CE99F8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301A36-E3AA-DB4F-5F47-432453502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DE8-84BA-4C68-B061-C941A06A0D05}" type="datetimeFigureOut">
              <a:rPr lang="en-IN" smtClean="0"/>
              <a:t>08-03-2024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65218D-E80C-36B8-AD58-CFA97484F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A8E04-C90A-F1E7-89B0-2DC129548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6B99E-C278-4F3C-8295-C49522343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292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88D2C0-FB78-088E-431E-BF9428A26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DE8-84BA-4C68-B061-C941A06A0D05}" type="datetimeFigureOut">
              <a:rPr lang="en-IN" smtClean="0"/>
              <a:t>08-03-2024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63C6DC-AFAD-6DCE-A3B1-2E183735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40495-E751-883C-28A9-9FA5C0FF9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6B99E-C278-4F3C-8295-C49522343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407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93D6A-CA28-5F9F-C48D-4116E73F6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AD7BA-D80C-1AAB-288E-2D03566BA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01C804-D541-3D6F-33B3-B03D3BF9E8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ADC18-D500-25DF-114C-68BC1EDDD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DE8-84BA-4C68-B061-C941A06A0D05}" type="datetimeFigureOut">
              <a:rPr lang="en-IN" smtClean="0"/>
              <a:t>08-03-2024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A270D-4E94-1177-45EC-6D7E4B3CB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A2D5D3-A9BE-834C-B574-80EABA1FF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6B99E-C278-4F3C-8295-C49522343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745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069A6-2A9A-7B0F-090B-F550A777D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CF859B-9560-9BE0-CBCB-2EB2220285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427CF7-611F-4C47-2468-288C8F7502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4420F5-E742-C4C5-C52B-AD4A63DB4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DE8-84BA-4C68-B061-C941A06A0D05}" type="datetimeFigureOut">
              <a:rPr lang="en-IN" smtClean="0"/>
              <a:t>08-03-2024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E9F2B-388D-59B3-B3B6-C25C224B5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B8DCE-5CB3-EDBC-66E0-1700D3BEF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6B99E-C278-4F3C-8295-C49522343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584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9B72-0EB5-9920-6D95-9E5610D95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16C1E2-E997-CEF0-DEBE-C93141E3B4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8F9E1-3182-7187-451A-F365CFE83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DE8-84BA-4C68-B061-C941A06A0D05}" type="datetimeFigureOut">
              <a:rPr lang="en-IN" smtClean="0"/>
              <a:t>08-03-2024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B2A2C-3D8C-F389-1617-092662BDC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04943-3B7D-AEE7-9B68-289D60119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6B99E-C278-4F3C-8295-C49522343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392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B66E8B-EBBC-EC4F-310B-58DCFFAA85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FF638-2E4B-F1DE-5532-9D79ED631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1E0D0-FAA5-6BA6-3501-3BAB8E5A6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DE8-84BA-4C68-B061-C941A06A0D05}" type="datetimeFigureOut">
              <a:rPr lang="en-IN" smtClean="0"/>
              <a:t>08-03-2024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2CD50-A5B4-1558-1655-1CB65A3FA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0DA6E-718C-350F-3EB5-619E50807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6B99E-C278-4F3C-8295-C49522343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74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63505E-AB2E-E2D0-0EA0-3175BC183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654FF-4AA2-6EBB-0AF3-84F261A24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01DA6-E249-C4F1-42CE-1798B99E6C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0E4DE8-84BA-4C68-B061-C941A06A0D05}" type="datetimeFigureOut">
              <a:rPr lang="en-IN" smtClean="0"/>
              <a:t>08-03-2024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B7789-CE85-8C9C-FC94-673F7CE26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4C7E8-B34A-9E19-3F59-2129AAB93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16B99E-C278-4F3C-8295-C49522343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99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D66CF-7865-B94C-89EC-5D36E8CCF6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Understanding Market Size, Structure and PMF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B04E10-E640-D128-4EBB-1EEB02C98B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908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84A8B-709B-F95E-D699-10072D40E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Demystifying the Acronyms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2E1CBA5-7D47-360B-FF70-899B1A5E42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724655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1858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22145-2021-F122-16CF-3C333ED87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Demystifying the Acronyms - TAM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8CC61-F657-3438-A28E-AED86A078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Total</a:t>
            </a:r>
            <a:r>
              <a:rPr lang="en-IN" sz="3600" dirty="0"/>
              <a:t> Addressable Market</a:t>
            </a:r>
          </a:p>
          <a:p>
            <a:pPr lvl="1"/>
            <a:r>
              <a:rPr lang="en-IN" sz="3200" dirty="0"/>
              <a:t>The total market demand for a product or service – usually expressed annually</a:t>
            </a:r>
          </a:p>
          <a:p>
            <a:pPr lvl="1"/>
            <a:r>
              <a:rPr lang="en-IN" sz="3200" dirty="0"/>
              <a:t>In a way, it conveys the maximum market potential for a product</a:t>
            </a:r>
          </a:p>
          <a:p>
            <a:pPr marL="457200" lvl="1" indent="0">
              <a:buNone/>
            </a:pPr>
            <a:endParaRPr lang="en-IN" sz="3200" dirty="0"/>
          </a:p>
          <a:p>
            <a:pPr marL="457200" lvl="1" indent="0" algn="ctr">
              <a:buNone/>
            </a:pPr>
            <a:r>
              <a:rPr lang="en-IN" sz="3200" dirty="0">
                <a:solidFill>
                  <a:srgbClr val="0070C0"/>
                </a:solidFill>
              </a:rPr>
              <a:t>Number of customers in the market</a:t>
            </a:r>
          </a:p>
          <a:p>
            <a:pPr marL="457200" lvl="1" indent="0" algn="ctr">
              <a:buNone/>
            </a:pPr>
            <a:r>
              <a:rPr lang="en-IN" sz="3200" dirty="0">
                <a:solidFill>
                  <a:srgbClr val="0070C0"/>
                </a:solidFill>
              </a:rPr>
              <a:t>X  </a:t>
            </a:r>
          </a:p>
          <a:p>
            <a:pPr marL="457200" lvl="1" indent="0" algn="ctr">
              <a:buNone/>
            </a:pPr>
            <a:r>
              <a:rPr lang="en-IN" sz="3200" dirty="0">
                <a:solidFill>
                  <a:srgbClr val="0070C0"/>
                </a:solidFill>
              </a:rPr>
              <a:t>Revenue expected per customer</a:t>
            </a:r>
          </a:p>
        </p:txBody>
      </p:sp>
    </p:spTree>
    <p:extLst>
      <p:ext uri="{BB962C8B-B14F-4D97-AF65-F5344CB8AC3E}">
        <p14:creationId xmlns:p14="http://schemas.microsoft.com/office/powerpoint/2010/main" val="532282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8C48C-6604-E6A7-6A39-0C605296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Demystifying the Acronyms - SAM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D0BC3-68C8-343D-3B2E-7927D0936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3900" dirty="0">
                <a:solidFill>
                  <a:srgbClr val="0070C0"/>
                </a:solidFill>
              </a:rPr>
              <a:t>Serviceable</a:t>
            </a:r>
            <a:r>
              <a:rPr lang="en-IN" sz="3900" dirty="0"/>
              <a:t> Addressable Market</a:t>
            </a:r>
          </a:p>
          <a:p>
            <a:pPr lvl="1"/>
            <a:r>
              <a:rPr lang="en-IN" sz="3500" dirty="0"/>
              <a:t>The share of the TAM that you are targeting through the current product portfolio</a:t>
            </a:r>
          </a:p>
          <a:p>
            <a:pPr lvl="1"/>
            <a:r>
              <a:rPr lang="en-IN" sz="3500" dirty="0"/>
              <a:t>Could be limited by segment, geography, or even product features planned</a:t>
            </a:r>
          </a:p>
          <a:p>
            <a:pPr marL="457200" lvl="1" indent="0">
              <a:buNone/>
            </a:pPr>
            <a:endParaRPr lang="en-IN" sz="3200" dirty="0"/>
          </a:p>
          <a:p>
            <a:pPr marL="457200" lvl="1" indent="0" algn="ctr">
              <a:buNone/>
            </a:pPr>
            <a:r>
              <a:rPr lang="en-IN" sz="3200" dirty="0">
                <a:solidFill>
                  <a:srgbClr val="0070C0"/>
                </a:solidFill>
              </a:rPr>
              <a:t>Number of customers in the segment</a:t>
            </a:r>
          </a:p>
          <a:p>
            <a:pPr marL="457200" lvl="1" indent="0" algn="ctr">
              <a:buNone/>
            </a:pPr>
            <a:r>
              <a:rPr lang="en-IN" sz="3200" dirty="0">
                <a:solidFill>
                  <a:srgbClr val="0070C0"/>
                </a:solidFill>
              </a:rPr>
              <a:t>X  </a:t>
            </a:r>
          </a:p>
          <a:p>
            <a:pPr marL="457200" lvl="1" indent="0" algn="ctr">
              <a:buNone/>
            </a:pPr>
            <a:r>
              <a:rPr lang="en-IN" sz="3200" dirty="0">
                <a:solidFill>
                  <a:srgbClr val="0070C0"/>
                </a:solidFill>
              </a:rPr>
              <a:t>Revenue expected per customer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1876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8C48C-6604-E6A7-6A39-0C605296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Demystifying the Acronyms - SOM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D0BC3-68C8-343D-3B2E-7927D0936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900" dirty="0"/>
              <a:t>Serviceable </a:t>
            </a:r>
            <a:r>
              <a:rPr lang="en-IN" sz="39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Obtainable</a:t>
            </a:r>
            <a:r>
              <a:rPr lang="en-IN" sz="3900" dirty="0"/>
              <a:t> Market</a:t>
            </a:r>
          </a:p>
          <a:p>
            <a:pPr lvl="1"/>
            <a:r>
              <a:rPr lang="en-IN" sz="3500" dirty="0"/>
              <a:t>What share of the SAM can you hope to win in the market</a:t>
            </a:r>
          </a:p>
          <a:p>
            <a:pPr lvl="1"/>
            <a:r>
              <a:rPr lang="en-IN" sz="3500" dirty="0"/>
              <a:t>Factor in – Competition, Market Structure , Own execution ability</a:t>
            </a:r>
          </a:p>
          <a:p>
            <a:pPr marL="457200" lvl="1" indent="0">
              <a:buNone/>
            </a:pPr>
            <a:endParaRPr lang="en-IN" sz="3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8524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82FB8-00CB-DB1D-CACB-D76F10ED3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Emergent entrepreneurship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99812-F924-E472-8213-EC62B39B5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Market sizes can change and evolve as the product evolves</a:t>
            </a:r>
          </a:p>
          <a:p>
            <a:r>
              <a:rPr lang="en-IN" dirty="0"/>
              <a:t>For example - A B2C product company could get access to a new market if it creates a B2B2C model</a:t>
            </a:r>
          </a:p>
          <a:p>
            <a:pPr lvl="1"/>
            <a:r>
              <a:rPr lang="en-IN" dirty="0"/>
              <a:t>A product that is sold to students directly could be sold via school relationships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5949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6D49A-C665-D3DA-7786-17F3B0031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PRODUCT MARKET FIT (PMF)</a:t>
            </a:r>
            <a:br>
              <a:rPr lang="en-IN" dirty="0"/>
            </a:br>
            <a:r>
              <a:rPr lang="en-IN" sz="4400" dirty="0">
                <a:solidFill>
                  <a:schemeClr val="accent2"/>
                </a:solidFill>
              </a:rPr>
              <a:t>WHAT ALL STARTUPS WANT ASAP </a:t>
            </a:r>
            <a:r>
              <a:rPr lang="en-IN" sz="4400" dirty="0">
                <a:solidFill>
                  <a:schemeClr val="accent2"/>
                </a:solidFill>
                <a:sym typeface="Wingdings" panose="05000000000000000000" pitchFamily="2" charset="2"/>
              </a:rPr>
              <a:t></a:t>
            </a:r>
            <a:endParaRPr lang="en-IN" dirty="0">
              <a:solidFill>
                <a:schemeClr val="accent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5A55F8-2C16-7DB6-79AD-7A4AD087E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5508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1285F-C0EB-7835-2411-82DB559FE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PRODUCT MARKET FIT CYCLE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E16B76-7330-06AE-4757-B147BAF391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7308079"/>
              </p:ext>
            </p:extLst>
          </p:nvPr>
        </p:nvGraphicFramePr>
        <p:xfrm>
          <a:off x="838200" y="1825625"/>
          <a:ext cx="10515600" cy="28174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A36A95B-D6C8-1BB7-C449-B2E64E8475F3}"/>
              </a:ext>
            </a:extLst>
          </p:cNvPr>
          <p:cNvSpPr txBox="1"/>
          <p:nvPr/>
        </p:nvSpPr>
        <p:spPr>
          <a:xfrm>
            <a:off x="5019040" y="6308209"/>
            <a:ext cx="6180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CREDIT – LinkedIn page of Robert Kaminski @ Fletch PMM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0A72FA-9041-A398-4496-14DD54EE3064}"/>
              </a:ext>
            </a:extLst>
          </p:cNvPr>
          <p:cNvSpPr txBox="1"/>
          <p:nvPr/>
        </p:nvSpPr>
        <p:spPr>
          <a:xfrm>
            <a:off x="2184400" y="4643120"/>
            <a:ext cx="7081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chemeClr val="accent2"/>
                </a:solidFill>
              </a:rPr>
              <a:t>Do this repeatedly</a:t>
            </a:r>
          </a:p>
        </p:txBody>
      </p:sp>
    </p:spTree>
    <p:extLst>
      <p:ext uri="{BB962C8B-B14F-4D97-AF65-F5344CB8AC3E}">
        <p14:creationId xmlns:p14="http://schemas.microsoft.com/office/powerpoint/2010/main" val="1661851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1049</TotalTime>
  <Words>217</Words>
  <Application>Microsoft Office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 Theme</vt:lpstr>
      <vt:lpstr>Understanding Market Size, Structure and PMF</vt:lpstr>
      <vt:lpstr>Demystifying the Acronyms</vt:lpstr>
      <vt:lpstr>Demystifying the Acronyms - TAM</vt:lpstr>
      <vt:lpstr>Demystifying the Acronyms - SAM</vt:lpstr>
      <vt:lpstr>Demystifying the Acronyms - SOM</vt:lpstr>
      <vt:lpstr>Emergent entrepreneurship</vt:lpstr>
      <vt:lpstr>PRODUCT MARKET FIT (PMF) WHAT ALL STARTUPS WANT ASAP </vt:lpstr>
      <vt:lpstr>THE PRODUCT MARKET FIT CYCLE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Market Size, Structure and PMF</dc:title>
  <dc:creator>Tejinderpal Miglani</dc:creator>
  <cp:lastModifiedBy>Tejinderpal Miglani</cp:lastModifiedBy>
  <cp:revision>2</cp:revision>
  <dcterms:created xsi:type="dcterms:W3CDTF">2024-03-08T11:25:25Z</dcterms:created>
  <dcterms:modified xsi:type="dcterms:W3CDTF">2024-03-09T04:54:37Z</dcterms:modified>
</cp:coreProperties>
</file>